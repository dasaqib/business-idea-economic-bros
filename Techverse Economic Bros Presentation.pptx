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0" d="100"/>
          <a:sy n="110" d="100"/>
        </p:scale>
        <p:origin x="-804" y="19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2CF0B1-29B4-4205-A368-3DA02D87C2F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D7C4EC-3520-4E05-BCCB-5F6EC6FBE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602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D7C4EC-3520-4E05-BCCB-5F6EC6FBEDD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50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064DB-F8C9-40D3-B62C-9F3EF347F2ED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8842A-C2DB-4B52-B785-7A1A09761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277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064DB-F8C9-40D3-B62C-9F3EF347F2ED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8842A-C2DB-4B52-B785-7A1A09761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080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064DB-F8C9-40D3-B62C-9F3EF347F2ED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8842A-C2DB-4B52-B785-7A1A09761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150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064DB-F8C9-40D3-B62C-9F3EF347F2ED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8842A-C2DB-4B52-B785-7A1A09761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04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064DB-F8C9-40D3-B62C-9F3EF347F2ED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8842A-C2DB-4B52-B785-7A1A09761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39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064DB-F8C9-40D3-B62C-9F3EF347F2ED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8842A-C2DB-4B52-B785-7A1A09761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48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064DB-F8C9-40D3-B62C-9F3EF347F2ED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8842A-C2DB-4B52-B785-7A1A09761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504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064DB-F8C9-40D3-B62C-9F3EF347F2ED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8842A-C2DB-4B52-B785-7A1A09761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012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064DB-F8C9-40D3-B62C-9F3EF347F2ED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8842A-C2DB-4B52-B785-7A1A09761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165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064DB-F8C9-40D3-B62C-9F3EF347F2ED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8842A-C2DB-4B52-B785-7A1A09761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530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064DB-F8C9-40D3-B62C-9F3EF347F2ED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8842A-C2DB-4B52-B785-7A1A09761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240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D064DB-F8C9-40D3-B62C-9F3EF347F2ED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8842A-C2DB-4B52-B785-7A1A09761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032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truckwala.onherclues.ap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0800" y="0"/>
            <a:ext cx="9194800" cy="685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9129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74604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5155" y="304800"/>
            <a:ext cx="9189155" cy="624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0" y="6368534"/>
            <a:ext cx="9144000" cy="36933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0" y="6488668"/>
            <a:ext cx="9144000" cy="36933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790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636" y="0"/>
            <a:ext cx="9157636" cy="6853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590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00484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72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7214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43555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0" y="76200"/>
            <a:ext cx="3429000" cy="36933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Truck Wala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3121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295400" y="5934973"/>
            <a:ext cx="2819400" cy="30777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hlinkClick r:id="rId4" action="ppaction://hlinkfile"/>
              </a:rPr>
              <a:t>https://truckwala.onhercules.app/</a:t>
            </a:r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6998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7</Words>
  <Application>Microsoft Office PowerPoint</Application>
  <PresentationFormat>On-screen Show (4:3)</PresentationFormat>
  <Paragraphs>3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SAQIB</dc:creator>
  <cp:lastModifiedBy>SAQIB</cp:lastModifiedBy>
  <cp:revision>5</cp:revision>
  <dcterms:created xsi:type="dcterms:W3CDTF">2025-12-30T10:36:01Z</dcterms:created>
  <dcterms:modified xsi:type="dcterms:W3CDTF">2025-12-31T08:07:07Z</dcterms:modified>
</cp:coreProperties>
</file>